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3"/>
    <p:restoredTop sz="94762"/>
  </p:normalViewPr>
  <p:slideViewPr>
    <p:cSldViewPr snapToGrid="0">
      <p:cViewPr>
        <p:scale>
          <a:sx n="161" d="100"/>
          <a:sy n="161" d="100"/>
        </p:scale>
        <p:origin x="144" y="-10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93FBA-6E9F-43B7-DCB0-402FEAB56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3516F00-8955-6999-A750-00E667E75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7F434D-2A0D-74D3-8FC6-B2523305C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BD58-98C4-B54D-B69B-F3F0C232E165}" type="datetimeFigureOut">
              <a:rPr kumimoji="1" lang="ko-KR" altLang="en-US" smtClean="0"/>
              <a:t>2026. 1. 2.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B0817A-E8EF-FBBA-F065-192F86360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03A7E4-5444-3C5D-0E71-F0847208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1F62-A8A6-DD40-8BC6-E4A44266B76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98665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C8BC71-0FED-D869-368B-D9681B06E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F636C2-A4B3-BB45-B483-B893014B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CB2D62-1F9A-D37B-5681-9427C86FC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BD58-98C4-B54D-B69B-F3F0C232E165}" type="datetimeFigureOut">
              <a:rPr kumimoji="1" lang="ko-KR" altLang="en-US" smtClean="0"/>
              <a:t>2026. 1. 2.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93DF14-4EFE-76C7-FF5B-664381F11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7D8FEC-E99C-BE95-E8FA-4EA47D87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1F62-A8A6-DD40-8BC6-E4A44266B76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45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19869-1C09-E239-ECCE-5775B732C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2F38D8-4F3C-0E5F-258B-30F7D0C4D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1FDA5B-876D-E171-D9BF-83BBE2757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BD58-98C4-B54D-B69B-F3F0C232E165}" type="datetimeFigureOut">
              <a:rPr kumimoji="1" lang="ko-KR" altLang="en-US" smtClean="0"/>
              <a:t>2026. 1. 2.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876DBE-A0B6-E9EA-04B3-E96D17C2E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71044B-C7BE-7D30-2864-5037C104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1F62-A8A6-DD40-8BC6-E4A44266B76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0968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3E023-66C5-74D0-F1FB-8745CDC80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4219B0-70CD-2E82-C281-47F4F9B8B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6EFD93-1861-18CC-384C-CFDB2B7D8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BB1E54-D490-A912-31A2-CE69A037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BD58-98C4-B54D-B69B-F3F0C232E165}" type="datetimeFigureOut">
              <a:rPr kumimoji="1" lang="ko-KR" altLang="en-US" smtClean="0"/>
              <a:t>2026. 1. 2.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B6FE26-45E5-0093-40C7-BD655E260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F92EC1-C1B3-D386-1E12-B54007CA5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1F62-A8A6-DD40-8BC6-E4A44266B76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1184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E4720-6720-CE3F-61FB-5316E4C4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1404EA-2995-54AA-04EF-FFFC2C6AE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A2EA6A-D56B-1839-91CD-337AB0A2B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E8BE88F-444D-07BE-546F-EA48E19130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FD40181-C08D-CB75-D6D4-B88E0FECD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F4BA8C-BA60-13B5-8EA3-ED6A751F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BD58-98C4-B54D-B69B-F3F0C232E165}" type="datetimeFigureOut">
              <a:rPr kumimoji="1" lang="ko-KR" altLang="en-US" smtClean="0"/>
              <a:t>2026. 1. 2.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7A69A88-B9B6-EF05-70B9-5771E3665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1A527A-3D25-EFA8-2EF1-D4EA19F7F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1F62-A8A6-DD40-8BC6-E4A44266B76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76488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C49EF3-E596-17DE-DA38-0361A689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DE27A6-ECE9-D288-E785-68AABA3F3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BD58-98C4-B54D-B69B-F3F0C232E165}" type="datetimeFigureOut">
              <a:rPr kumimoji="1" lang="ko-KR" altLang="en-US" smtClean="0"/>
              <a:t>2026. 1. 2.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50066F6-8535-E77E-B41D-D1CA47FC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898606-1148-44D9-0B1E-850EF7A8D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1F62-A8A6-DD40-8BC6-E4A44266B76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0497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692D0A-EA2E-F773-1ECE-6E15C3020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BD58-98C4-B54D-B69B-F3F0C232E165}" type="datetimeFigureOut">
              <a:rPr kumimoji="1" lang="ko-KR" altLang="en-US" smtClean="0"/>
              <a:t>2026. 1. 2.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B16178-D49A-643B-DE4C-508005E6A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B809E-0BE8-4C40-53D3-9122439C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1F62-A8A6-DD40-8BC6-E4A44266B76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31753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6D298F-404C-46F4-DCF5-6E3DCE3B8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180BAE-C3D5-5E98-6777-4B7A13D21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ED7DC5-E14D-B799-EFBF-6989166E5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8BAAFE-A0FD-42DC-18EF-EF487210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BD58-98C4-B54D-B69B-F3F0C232E165}" type="datetimeFigureOut">
              <a:rPr kumimoji="1" lang="ko-KR" altLang="en-US" smtClean="0"/>
              <a:t>2026. 1. 2.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E5A0E4-B994-85D5-B36A-7A5A81EAF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D630E7-C083-50C7-8334-490A5180E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1F62-A8A6-DD40-8BC6-E4A44266B76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04638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72A28-7790-90A1-A562-C129212D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B905368-B439-775F-C13D-928F50FCF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6F0F2C-22D9-837F-B921-9B6B79665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037A7D-BB03-275F-2D22-7355501F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BD58-98C4-B54D-B69B-F3F0C232E165}" type="datetimeFigureOut">
              <a:rPr kumimoji="1" lang="ko-KR" altLang="en-US" smtClean="0"/>
              <a:t>2026. 1. 2.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33AAC1-5FC8-9450-CC51-5A6D12B53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7BFDE8-960F-63B6-3D76-602D93240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1F62-A8A6-DD40-8BC6-E4A44266B76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360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05D42-8160-4F9F-FCFD-2232F7D5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772F94-A7F5-4697-8B81-1C3BFDA56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90C3DC-CF83-3114-C3CA-EEB10141C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BD58-98C4-B54D-B69B-F3F0C232E165}" type="datetimeFigureOut">
              <a:rPr kumimoji="1" lang="ko-KR" altLang="en-US" smtClean="0"/>
              <a:t>2026. 1. 2.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BCC319-F4CE-AC9A-B716-F3628DCEB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C3513B-78BC-D80E-BF51-207700EB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1F62-A8A6-DD40-8BC6-E4A44266B76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49895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4D2474F-632A-23FD-80FD-DCBE7C984F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2C2607-BE22-AFA8-B15B-6D1341E59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D62D28-4FF4-59EA-4284-179EC26B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ABD58-98C4-B54D-B69B-F3F0C232E165}" type="datetimeFigureOut">
              <a:rPr kumimoji="1" lang="ko-KR" altLang="en-US" smtClean="0"/>
              <a:t>2026. 1. 2.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B9CC5B-FD4E-315E-052F-526226CBA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DFC91E-4464-54FF-3E08-754B2E43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31F62-A8A6-DD40-8BC6-E4A44266B76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1330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56202D-E3AA-81F0-DA75-00CCAF076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E9C74-5E25-D77C-BBC6-CAF64D3B9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0D0CB1-E32F-2438-A863-FB165EF4C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ABD58-98C4-B54D-B69B-F3F0C232E165}" type="datetimeFigureOut">
              <a:rPr kumimoji="1" lang="ko-KR" altLang="en-US" smtClean="0"/>
              <a:t>2026. 1. 2.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AECB4D-A97C-34CF-9FA8-7AC09596A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08425-806F-E84C-CD64-F3B58F735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31F62-A8A6-DD40-8BC6-E4A44266B76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9673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98E750E-F0D4-F484-B5B3-F6E78ED9A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608" y="847573"/>
            <a:ext cx="9736026" cy="459671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92F3570-F0B8-8B43-EB8A-64BE75B9F0EC}"/>
              </a:ext>
            </a:extLst>
          </p:cNvPr>
          <p:cNvSpPr/>
          <p:nvPr/>
        </p:nvSpPr>
        <p:spPr>
          <a:xfrm>
            <a:off x="1968759" y="1138335"/>
            <a:ext cx="587828" cy="41987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628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AC5C06B-8CE3-8D1A-5001-45883F010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473" y="0"/>
            <a:ext cx="7015053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D5D7E50-E22E-4F31-E992-ADB7629D3343}"/>
              </a:ext>
            </a:extLst>
          </p:cNvPr>
          <p:cNvSpPr/>
          <p:nvPr/>
        </p:nvSpPr>
        <p:spPr>
          <a:xfrm>
            <a:off x="4273419" y="1502229"/>
            <a:ext cx="1390262" cy="41054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F24F774-5F13-7D17-5576-E62967BC674E}"/>
              </a:ext>
            </a:extLst>
          </p:cNvPr>
          <p:cNvSpPr/>
          <p:nvPr/>
        </p:nvSpPr>
        <p:spPr>
          <a:xfrm>
            <a:off x="7934129" y="3707363"/>
            <a:ext cx="1390262" cy="56916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29987C-19C1-7479-3AB5-1123BC55E4A3}"/>
              </a:ext>
            </a:extLst>
          </p:cNvPr>
          <p:cNvSpPr/>
          <p:nvPr/>
        </p:nvSpPr>
        <p:spPr>
          <a:xfrm>
            <a:off x="7934129" y="4388499"/>
            <a:ext cx="1390262" cy="56916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3693E5-0DBE-342F-8B83-1CE5ADAE5036}"/>
              </a:ext>
            </a:extLst>
          </p:cNvPr>
          <p:cNvSpPr txBox="1"/>
          <p:nvPr/>
        </p:nvSpPr>
        <p:spPr>
          <a:xfrm>
            <a:off x="7066607" y="3807280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FF00"/>
                </a:solidFill>
              </a:rPr>
              <a:t>public</a:t>
            </a:r>
            <a:endParaRPr kumimoji="1" lang="ko-KR" altLang="en-US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9E4587-BAD6-408C-8ACA-065FFFEF5184}"/>
              </a:ext>
            </a:extLst>
          </p:cNvPr>
          <p:cNvSpPr txBox="1"/>
          <p:nvPr/>
        </p:nvSpPr>
        <p:spPr>
          <a:xfrm>
            <a:off x="6844367" y="4469753"/>
            <a:ext cx="1036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FF00"/>
                </a:solidFill>
              </a:rPr>
              <a:t>ReadMe</a:t>
            </a:r>
            <a:endParaRPr kumimoji="1" lang="ko-KR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08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C80BF32-5CEB-2577-802A-76240FC23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43910"/>
            <a:ext cx="7772400" cy="461272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47B9532-AC5E-02C0-BBEE-CEA45D885F76}"/>
              </a:ext>
            </a:extLst>
          </p:cNvPr>
          <p:cNvSpPr/>
          <p:nvPr/>
        </p:nvSpPr>
        <p:spPr>
          <a:xfrm>
            <a:off x="2276507" y="3775660"/>
            <a:ext cx="1996912" cy="18359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FEA51F-145F-38C3-9900-55A2BDFFFB0B}"/>
              </a:ext>
            </a:extLst>
          </p:cNvPr>
          <p:cNvSpPr/>
          <p:nvPr/>
        </p:nvSpPr>
        <p:spPr>
          <a:xfrm>
            <a:off x="4483951" y="4121984"/>
            <a:ext cx="1996912" cy="18359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0C232B9-5C35-5592-3B24-11DECFB9C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275132"/>
            <a:ext cx="7772400" cy="47244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FB0219E-E3E7-02ED-85A8-98541EF2FBAF}"/>
              </a:ext>
            </a:extLst>
          </p:cNvPr>
          <p:cNvSpPr/>
          <p:nvPr/>
        </p:nvSpPr>
        <p:spPr>
          <a:xfrm>
            <a:off x="6348773" y="7891857"/>
            <a:ext cx="450612" cy="18359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E908681-5ED1-F69D-E6A6-2226353CC455}"/>
              </a:ext>
            </a:extLst>
          </p:cNvPr>
          <p:cNvSpPr/>
          <p:nvPr/>
        </p:nvSpPr>
        <p:spPr>
          <a:xfrm>
            <a:off x="2209800" y="3329654"/>
            <a:ext cx="336755" cy="33675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1</a:t>
            </a:r>
            <a:endParaRPr kumimoji="1"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99D3E72-7A82-BD44-9031-1D6E2D6F4E5B}"/>
              </a:ext>
            </a:extLst>
          </p:cNvPr>
          <p:cNvSpPr/>
          <p:nvPr/>
        </p:nvSpPr>
        <p:spPr>
          <a:xfrm>
            <a:off x="4402393" y="3752441"/>
            <a:ext cx="336755" cy="33675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2</a:t>
            </a:r>
            <a:endParaRPr kumimoji="1"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331D060-6166-030F-6098-69C8A191A5BB}"/>
              </a:ext>
            </a:extLst>
          </p:cNvPr>
          <p:cNvSpPr/>
          <p:nvPr/>
        </p:nvSpPr>
        <p:spPr>
          <a:xfrm>
            <a:off x="6024716" y="7528028"/>
            <a:ext cx="336755" cy="33675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3</a:t>
            </a:r>
            <a:endParaRPr kumimoji="1"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003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7220B72-EFA5-90DC-5115-970B66EB1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388" y="-286188"/>
            <a:ext cx="7772400" cy="560157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A43C3B8-7CDC-C95C-D96E-BB06F127163F}"/>
              </a:ext>
            </a:extLst>
          </p:cNvPr>
          <p:cNvSpPr/>
          <p:nvPr/>
        </p:nvSpPr>
        <p:spPr>
          <a:xfrm>
            <a:off x="1627577" y="2644949"/>
            <a:ext cx="2433145" cy="22606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8ED1AB-AF25-662B-5E6C-542809F87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388" y="5802155"/>
            <a:ext cx="7772400" cy="628098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036B4B0-EB83-4C84-AA01-472D0E29762B}"/>
              </a:ext>
            </a:extLst>
          </p:cNvPr>
          <p:cNvSpPr/>
          <p:nvPr/>
        </p:nvSpPr>
        <p:spPr>
          <a:xfrm>
            <a:off x="7349490" y="7340203"/>
            <a:ext cx="1572792" cy="32932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CF5206-27FE-7ED5-573C-20F0BE0BE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388" y="12606285"/>
            <a:ext cx="7772400" cy="456600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7ACC611-6BE8-CCF0-1760-461872B59C06}"/>
              </a:ext>
            </a:extLst>
          </p:cNvPr>
          <p:cNvSpPr/>
          <p:nvPr/>
        </p:nvSpPr>
        <p:spPr>
          <a:xfrm>
            <a:off x="2487930" y="13219635"/>
            <a:ext cx="1058352" cy="32932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95568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5</Words>
  <Application>Microsoft Macintosh PowerPoint</Application>
  <PresentationFormat>와이드스크린</PresentationFormat>
  <Paragraphs>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TH8607</dc:creator>
  <cp:lastModifiedBy>TH8607</cp:lastModifiedBy>
  <cp:revision>2</cp:revision>
  <dcterms:created xsi:type="dcterms:W3CDTF">2026-01-01T03:57:15Z</dcterms:created>
  <dcterms:modified xsi:type="dcterms:W3CDTF">2026-01-02T16:05:06Z</dcterms:modified>
</cp:coreProperties>
</file>